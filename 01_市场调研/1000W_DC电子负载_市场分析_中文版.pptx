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1000W 直流电子负载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5C518"/>
                </a:solidFill>
                <a:latin typeface="Microsoft YaHei"/>
              </a:defRPr>
            </a:pPr>
            <a:r>
              <a:t>市场分析与产品机会报告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Microsoft YaHei"/>
              </a:defRPr>
            </a:pPr>
            <a:r>
              <a:t>2026年5月  |  内部文件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27432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C79A"/>
                </a:solidFill>
                <a:latin typeface="Microsoft YaHei"/>
              </a:defRPr>
            </a:pPr>
            <a:r>
              <a:t>40亿美元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52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Microsoft YaHei"/>
              </a:defRPr>
            </a:pPr>
            <a:r>
              <a:t>2026年</a:t>
            </a:r>
            <a:br/>
            <a:r>
              <a:t>全球市场规模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5303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C79A"/>
                </a:solidFill>
                <a:latin typeface="Microsoft YaHei"/>
              </a:defRPr>
            </a:pPr>
            <a:r>
              <a:t>7.5%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5852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Microsoft YaHei"/>
              </a:defRPr>
            </a:pPr>
            <a:r>
              <a:t>年复合</a:t>
            </a:r>
            <a:br/>
            <a:r>
              <a:t>增长率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5303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C79A"/>
                </a:solidFill>
                <a:latin typeface="Microsoft YaHei"/>
              </a:defRPr>
            </a:pPr>
            <a:r>
              <a:t>17%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5852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Microsoft YaHei"/>
              </a:defRPr>
            </a:pPr>
            <a:r>
              <a:t>1kW细分</a:t>
            </a:r>
            <a:br/>
            <a:r>
              <a:t>市场份额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59" y="5303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C79A"/>
                </a:solidFill>
                <a:latin typeface="Microsoft YaHei"/>
              </a:defRPr>
            </a:pPr>
            <a:r>
              <a:t>$800-2000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59" y="5852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Microsoft YaHei"/>
              </a:defRPr>
            </a:pPr>
            <a:r>
              <a:t>目标价格</a:t>
            </a:r>
            <a:br/>
            <a:r>
              <a:t>区间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全球直流电子负载市场规模与增长</a:t>
            </a:r>
          </a:p>
        </p:txBody>
      </p:sp>
      <p:pic>
        <p:nvPicPr>
          <p:cNvPr id="3" name="Picture 2" descr="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02920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C518"/>
                </a:solidFill>
                <a:latin typeface="Microsoft YaHei"/>
              </a:defRPr>
            </a:pPr>
            <a:r>
              <a:t>核心发现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2025年市场规模: 37.5亿美元 → 2030年增长至 53.8亿美元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年复合增长率 (CAGR): 6-11%（不同报告口径略有差异）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直流负载占主导地位；交直流合并市场超47亿美元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1000W处于实验台面级与模块化系统之间的最佳切入点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亚太地区贡献全球约48%营收，中国市场增速最快</a:t>
            </a:r>
          </a:p>
        </p:txBody>
      </p:sp>
      <p:pic>
        <p:nvPicPr>
          <p:cNvPr id="6" name="Picture 5" descr="regi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389120"/>
            <a:ext cx="502920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市场细分：按功率段与应用领域</a:t>
            </a:r>
          </a:p>
        </p:txBody>
      </p:sp>
      <p:pic>
        <p:nvPicPr>
          <p:cNvPr id="3" name="Picture 2" descr="power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840480"/>
          </a:xfrm>
          <a:prstGeom prst="rect">
            <a:avLst/>
          </a:prstGeom>
        </p:spPr>
      </p:pic>
      <p:pic>
        <p:nvPicPr>
          <p:cNvPr id="4" name="Picture 3" descr="segm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30352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120640"/>
            <a:ext cx="347472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Microsoft YaHei"/>
              </a:defRPr>
            </a:pPr>
            <a:r>
              <a:t>1000W细分市场特征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落入1kW-10kW"模块化"段（35%市场份额）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同时与500W-1kW中功率段重叠（17%份额）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适合服务器电源、电池模组、光伏逆变器测试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应用场景是500W级别的3-5倍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5120640"/>
            <a:ext cx="347472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Microsoft YaHei"/>
              </a:defRPr>
            </a:pPr>
            <a:r>
              <a:t>1000W主要应用场景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电动汽车电池模组测试 (96V/30A级别)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服务器电源验证 (1kW ATX / 冗余电源)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光伏微型逆变器 &amp; 充电控制器测试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DC-DC转换器效率测量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5120640"/>
            <a:ext cx="347472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Microsoft YaHei"/>
              </a:defRPr>
            </a:pPr>
            <a:r>
              <a:t>为什么选1000W而非500W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可服务市场约为500W的3倍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DIY竞争者更少（1kW+复杂度大幅提升）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更高的客单价 = 同等销量下更好的利润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专业用户预算更充裕，付费意愿更强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竞品格局：1000W级直流电子负载</a:t>
            </a:r>
          </a:p>
        </p:txBody>
      </p:sp>
      <p:pic>
        <p:nvPicPr>
          <p:cNvPr id="3" name="Picture 2" descr="compet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669280" cy="3200400"/>
          </a:xfrm>
          <a:prstGeom prst="rect">
            <a:avLst/>
          </a:prstGeom>
        </p:spPr>
      </p:pic>
      <p:pic>
        <p:nvPicPr>
          <p:cNvPr id="4" name="Picture 3" descr="product_sp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97280"/>
            <a:ext cx="5303520" cy="3200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4480560"/>
            <a:ext cx="347472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Microsoft YaHei"/>
              </a:defRPr>
            </a:pPr>
            <a:r>
              <a:t>第一梯队：高端 ($3,000-7,000)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是德科技(美)、致茂(台)、菊水(日)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精度 &lt;0.1%，通讯协议支持完善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目标客户：企业、国防、航空航天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核心软肋：软件体验老旧，创新速度慢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4480560"/>
            <a:ext cx="347472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Microsoft YaHei"/>
              </a:defRPr>
            </a:pPr>
            <a:r>
              <a:t>第二梯队：中端 ($800-2,500)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艾德克斯(中)、BK Precision(美)、普源精电(中)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良好精度 (0.1-0.5%)，软件可用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目标客户：研发实验室、检测机构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ITECH主导中国市场 / BK主导美国市场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4480560"/>
            <a:ext cx="347472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Microsoft YaHei"/>
              </a:defRPr>
            </a:pPr>
            <a:r>
              <a:t>第三梯队 &amp; DIY ($30-1,200)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美尔诺、亚锐、淘宝杂牌、Arduino+MOSFET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精度偏低 (&gt;0.5%)，保护功能有限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目标客户：创客、学生、预算有限的实验室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开源社区渴望一个严肃的1kW方案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增长驱动力与技术趋势</a:t>
            </a:r>
          </a:p>
        </p:txBody>
      </p:sp>
      <p:pic>
        <p:nvPicPr>
          <p:cNvPr id="3" name="Picture 2" descr="growth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C518"/>
                </a:solidFill>
                <a:latin typeface="Microsoft YaHei"/>
              </a:defRPr>
            </a:pPr>
            <a:r>
              <a:t>市场增长催化剂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73736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新能源/电池测试 (CAGR 9.5%)</a:t>
            </a:r>
          </a:p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全球电动车渗透率从18%向35%+攀升</a:t>
            </a:r>
          </a:p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电芯、模组、电池包三级测试均需直流负载</a:t>
            </a:r>
          </a:p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充电桩合规检测需求持续增长</a:t>
            </a:r>
          </a:p>
          <a:p>
            <a:pPr>
              <a:spcAft>
                <a:spcPts val="8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光伏 + 储能 (CAGR 8.2%)</a:t>
            </a:r>
          </a:p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户用储能爆发：2030年预计新增100GWh装机</a:t>
            </a:r>
          </a:p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微型逆变器与混合逆变器测试需要1kW级别</a:t>
            </a:r>
          </a:p>
          <a:p>
            <a:pPr>
              <a:spcAft>
                <a:spcPts val="8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5G基础设施 (CAGR 7.8%)</a:t>
            </a:r>
          </a:p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5G基站功耗测试量是4G的3倍</a:t>
            </a:r>
          </a:p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小基站大规模部署推动设备需求</a:t>
            </a:r>
          </a:p>
          <a:p>
            <a:pPr>
              <a:spcAft>
                <a:spcPts val="8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技术趋势：智能化 + 互联化测试设备</a:t>
            </a:r>
          </a:p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Wi-Fi/BLE/LAN远程控制正在成为标配</a:t>
            </a:r>
          </a:p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云端数据记录与AI驱动测试自动化兴起</a:t>
            </a:r>
          </a:p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软件定义仪器——通过固件升级持续迭代功能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目标用户画像与可触达市场</a:t>
            </a:r>
          </a:p>
        </p:txBody>
      </p:sp>
      <p:pic>
        <p:nvPicPr>
          <p:cNvPr id="3" name="Picture 2" descr="user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3840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188720"/>
            <a:ext cx="43891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Microsoft YaHei"/>
              </a:defRPr>
            </a:pPr>
            <a:r>
              <a:t>核心用户：电源研发工程师 (~35,000人)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需求：精确、可编程、价格合理的1kW负载用于电源验证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痛点：Keysight预算被管理层拒绝，ITECH不够信任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支付意愿：$1,500-3,500 | 可服务市场：$80-120M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3017520"/>
            <a:ext cx="43891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Microsoft YaHei"/>
              </a:defRPr>
            </a:pPr>
            <a:r>
              <a:t>次要用户：新能源/电池工程师 (~28,000人)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需求：CC/CV/CP模式、电池放电曲线、数据记录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痛点：Chroma对创业团队来说太贵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支付意愿：$1,800-4,000 | 可服务市场：$65-90M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4846320"/>
            <a:ext cx="43891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Microsoft YaHei"/>
              </a:defRPr>
            </a:pPr>
            <a:r>
              <a:t>外围用户：高校与创客 (~34,000人)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需求：供学生实验室使用的平价多通道负载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痛点：当前选择要么是玩具，要么买不起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支付意愿：$400-1,500 | 可服务市场：$20-35M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机会差距分析：在哪里竞争？</a:t>
            </a:r>
          </a:p>
        </p:txBody>
      </p:sp>
      <p:pic>
        <p:nvPicPr>
          <p:cNvPr id="3" name="Picture 2" descr="opport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C518"/>
                </a:solidFill>
                <a:latin typeface="Microsoft YaHei"/>
              </a:defRPr>
            </a:pPr>
            <a:r>
              <a:t>结论：最大的竞争窗口是"软件体验 + 连接性 + 性价比"——而不是在原始精度上挑战是德科技。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推荐产品定位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09728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Microsoft YaHei"/>
              </a:defRPr>
            </a:pPr>
            <a:r>
              <a:t>定位陈述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一款1000W可编程直流电子负载，拥有ITECH级别的精度、美尔诺级别的定价，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配备让是德科技看起来像20年前产品的现代化软件（Web UI、Wi-Fi、API优先）。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目标零售价：¥3,999-5,999（约$550-830）——比ITECH低30-40%，同时提供更好的软件体验。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347472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Microsoft YaHei"/>
              </a:defRPr>
            </a:pPr>
            <a:r>
              <a:t>硬件规格目标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功率: 1000W连续 (1200W峰值)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电压: 0-150V DC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电流: 0-60A DC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精度: 0.1% ± 0.05% FS (对标ITECH)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模式: CC / CV / CP / CR + 电池测试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保护: OTP / OVP / OCP / OPP / 反接保护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接口: USB-C + Wi-Fi 6 + BLE 5.0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926080"/>
            <a:ext cx="347472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Microsoft YaHei"/>
              </a:defRPr>
            </a:pPr>
            <a:r>
              <a:t>软件差异化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Web端控制面板（无需安装任何软件）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REST API + Python SDK，支持自动化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云端数据记录 &amp; 实时仪表盘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通过Wi-Fi进行固件OTA升级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多设备同步（并联负载扩展功率）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数据导出: CSV / JSON / Grafana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iOS / Android 手机配套App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926080"/>
            <a:ext cx="347472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Microsoft YaHei"/>
              </a:defRPr>
            </a:pPr>
            <a:r>
              <a:t>上市策略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第一阶段: 开源硬件设计 → 建立社区基础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第二阶段: 众筹 (Kickstarter / 造点新货) → 预售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第三阶段: 电商直销 + 速卖通 / 亚马逊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第四阶段: 经销商合作 → B2B渠道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目标: 首12个月出货500台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盈亏平衡点: ~200台 (均价$699)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社区 = 免费质检 + 内容 + 口碑传播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212080"/>
            <a:ext cx="109728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Microsoft YaHei"/>
              </a:defRPr>
            </a:pPr>
            <a:r>
              <a:t>产品架构概要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MCU (STM32H7 / ESP32-S3) + FPGA (栅极驱动PWM) → MOSFET并联阵列 (8x IRFP250N) → 主动散热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隔离ADC (ADS1115) + 采样电阻 → 16位电流检测 → PID回路 @ 10kHz → 精度目标0.1%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Wi-Fi/BLE (ESP32-S3) + Web Server → REST API → 可选云端同步 → 手机App + CLI工具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五年财务预测（示意性）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C518"/>
                </a:solidFill>
                <a:latin typeface="Microsoft YaHe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56032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C518"/>
                </a:solidFill>
                <a:latin typeface="Microsoft YaHei"/>
              </a:defRPr>
            </a:pPr>
            <a:r>
              <a:t>第1年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C518"/>
                </a:solidFill>
                <a:latin typeface="Microsoft YaHei"/>
              </a:defRPr>
            </a:pPr>
            <a:r>
              <a:t>第2年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C518"/>
                </a:solidFill>
                <a:latin typeface="Microsoft YaHei"/>
              </a:defRPr>
            </a:pPr>
            <a:r>
              <a:t>第3年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C518"/>
                </a:solidFill>
                <a:latin typeface="Microsoft YaHei"/>
              </a:defRPr>
            </a:pPr>
            <a:r>
              <a:t>第4年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C518"/>
                </a:solidFill>
                <a:latin typeface="Microsoft YaHei"/>
              </a:defRPr>
            </a:pPr>
            <a:r>
              <a:t>第5年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销量（台）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5,000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营收 (@$700均价)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$140K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$350K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$720K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$1.5M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$3.0M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销售成本 (@55%)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$84K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$193K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$396K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$825K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$1.65M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611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毛利润 (45%)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3611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C79A"/>
                </a:solidFill>
                <a:latin typeface="Microsoft YaHei"/>
              </a:defRPr>
            </a:pPr>
            <a:r>
              <a:t>$56K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611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C79A"/>
                </a:solidFill>
                <a:latin typeface="Microsoft YaHei"/>
              </a:defRPr>
            </a:pPr>
            <a:r>
              <a:t>$157K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611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C79A"/>
                </a:solidFill>
                <a:latin typeface="Microsoft YaHei"/>
              </a:defRPr>
            </a:pPr>
            <a:r>
              <a:t>$324K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611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C79A"/>
                </a:solidFill>
                <a:latin typeface="Microsoft YaHei"/>
              </a:defRPr>
            </a:pPr>
            <a:r>
              <a:t>$675K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611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C79A"/>
                </a:solidFill>
                <a:latin typeface="Microsoft YaHei"/>
              </a:defRPr>
            </a:pPr>
            <a:r>
              <a:t>$1.35M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389120"/>
            <a:ext cx="502920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Microsoft YaHei"/>
              </a:defRPr>
            </a:pPr>
            <a:r>
              <a:t>所需投资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硬件研发 (原型、PCB、BOM): $15,000-25,000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软件开发 (固件+Web+App): $10,000-15,000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认证费用 (CE/FCC/3C): $5,000-10,000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首批生产 (200台): $40,000-60,000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所需种子资金总计: ~$70,000-110,000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盈亏平衡: ~200台 (12-18个月内)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389120"/>
            <a:ext cx="502920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Microsoft YaHei"/>
              </a:defRPr>
            </a:pPr>
            <a:r>
              <a:t>投资回报与退出潜力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第3年EBITDA: ~$250K (扣除~$75K运营费用后)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第3年估值: 6-8倍EBITDA = $1.5-2M (保守估计)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潜在收购方: ITECH, 普源精电, Siglent (寻找软件能力)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备选方案: 持续自给运营，5年累计利润&gt;$2.5M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众筹目标: $50K (500位支持者 × $100均价)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Microsoft YaHei"/>
              </a:defRPr>
            </a:pPr>
            <a:r>
              <a:t>仅中国国内市场即可支撑5,000+台/年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关键风险与应对策略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1. 硬件精度承诺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Microsoft YaHei"/>
              </a:defRPr>
            </a:pPr>
            <a:r>
              <a:t>风险：无法交付0.1%精度将立即摧毁产品信誉。  应对：研发期间与校准实验室合作；发布第三方精度报告；对技术局限性保持透明。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2. 1000W级散热管理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7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Microsoft YaHei"/>
              </a:defRPr>
            </a:pPr>
            <a:r>
              <a:t>风险：1000W的热耗散不可轻视。  应对：采用带温度反馈的有源散热MOSFET阵列；超规格设计散热器；85°C以上自动降额运行。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3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3. 供应链与BOM成本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5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Microsoft YaHei"/>
              </a:defRPr>
            </a:pPr>
            <a:r>
              <a:t>风险：元器件成本使$699目标价无法实现。  应对：并联使用通用MOSFET (IRFP250N)；ESP32-S3单价仅$3；避免冷门元件；面向可制造性设计。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4. ITECH/美尔诺价格战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Microsoft YaHei"/>
              </a:defRPr>
            </a:pPr>
            <a:r>
              <a:t>风险：现有厂商降价打压。  应对：靠软件与社区竞争，而非仅靠价格；开源增强用户粘性；瞄准他们忽略的细分市场（创客、初创）。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5. 安全与责任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Microsoft YaHei"/>
              </a:defRPr>
            </a:pPr>
            <a:r>
              <a:t>风险：1kW直流负载若被误用非常危险。  应对：多重冗余保护（硬件+软件）；CE/FCC/3C认证；明确安全警示标签；产品责任保险；开源=责任共担。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6. 山寨抄袭（尤其在国内）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15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Microsoft YaHei"/>
              </a:defRPr>
            </a:pPr>
            <a:r>
              <a:t>风险：设计方案6个月内被克隆。  应对：开源本身就是策略——建立品牌和社区；克隆验证市场；保持快速迭代；软件构建护城河。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下一步：从分析到行动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C518"/>
                </a:solidFill>
                <a:latin typeface="Microsoft YaHei"/>
              </a:defRPr>
            </a:pPr>
            <a:r>
              <a:t>第一阶段：深度调研（第1-2周）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拆解3款竞品 (IT8512+, M9713, 8602)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标定精度、纹波、散热性能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访谈10位目标用户（知乎、B站、EEVblog上的工程师）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8CC"/>
                </a:solidFill>
                <a:latin typeface="Microsoft YaHei"/>
              </a:defRPr>
            </a:pPr>
            <a:r>
              <a:t>第二阶段：架构设计（第3-4周）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6459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确定MCU拓扑 + 运行SPICE电路仿真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绘制原理图、BOM成本估算、PCB外框设计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编写固件架构规格书 + Web UI线框图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C79A"/>
                </a:solidFill>
                <a:latin typeface="Microsoft YaHei"/>
              </a:defRPr>
            </a:pPr>
            <a:r>
              <a:t>第三阶段：原型验证（第5-8周）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制作2台原型机；测试到极限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迭代散热设计；验证精度承诺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发布开源仓库，含设计文件与文档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C518"/>
                </a:solidFill>
                <a:latin typeface="Microsoft YaHei"/>
              </a:defRPr>
            </a:pPr>
            <a:r>
              <a:t>第四阶段：众筹准备（第9-12周）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6459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拍摄真实场景测试演示视频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建立200台批量生产的供应链体系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上线 Kickstarter / 造点新货 众筹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C518"/>
                </a:solidFill>
                <a:latin typeface="Microsoft YaHei"/>
              </a:defRPr>
            </a:pPr>
            <a:r>
              <a:t>下一步讨论：产品规格定义 &amp; 架构设计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846320"/>
            <a:ext cx="5760720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5760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0A0"/>
                </a:solidFill>
                <a:latin typeface="Microsoft YaHei"/>
              </a:defRPr>
            </a:pPr>
            <a:r>
              <a:t>感谢审阅。让我们一起打造工程师真正想用的测试工具。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